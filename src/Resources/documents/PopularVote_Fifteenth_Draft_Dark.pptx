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8" r:id="rId10"/>
    <p:sldId id="269" r:id="rId11"/>
    <p:sldId id="262" r:id="rId12"/>
    <p:sldId id="270" r:id="rId13"/>
    <p:sldId id="271" r:id="rId14"/>
    <p:sldId id="272" r:id="rId15"/>
    <p:sldId id="263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29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zacherywfrancis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21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VOTE</a:t>
            </a:r>
            <a:endParaRPr lang="en-US" sz="46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Query Sessions with AI-Powered Clustering</a:t>
            </a:r>
            <a:endParaRPr lang="en-US" sz="1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  ·  Fall 2026  ·  Brooklyn College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v15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2743200" y="5989320"/>
            <a:ext cx="54864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https://marqed.it/PopularVote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5" name="Picture 1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Team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information and points of contact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TERM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4900, Fall 2026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3584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831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4974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2212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Stakeholders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DEVELOPER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92240" y="2889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COLLABORATORS/CONTRIBUTORS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307238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senior-project extensions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built with Alou Kone, Jonathan Koral, Andrew Li (Intro to SWE)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92240" y="3712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922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Catherine Chung, 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92240" y="4654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zacherywfrancis@gmail.com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Elevator Pitch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aims, and scope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is an open-source, privacy-focused live Q&amp;A platform built with fellow students. During a session, participants submit questions anonymously; instead of a moderator sifting through a wall of duplicates, an AI clustering layer (Gemini) condenses similar submissions into a handful of representative questions and pushes them live to the whole room. The project pairs that clustering pipeline with privacy-first session mechanics (anonymous submission, optional Google sign-in, and opt-in end-to-end encrypted sessions, currently in progress) so hosts can run open discussion without exposing who asked what.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D9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“Private query session with AI-forked clustering / condensing.”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801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801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63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665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7665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services, and hosting used on the project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serving the REST API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07992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079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102352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5.4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07992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layer for live session updates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3018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924544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3.9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30184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to guard submission endpoints from abuse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2.31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85800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for sessions, submissions, and clusters, plus Google OAuth sign-in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9392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992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0799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102352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1.50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07992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for clustering, suggested answers, and chat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1584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30184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30184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924544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5.1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30184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PDF parsing for document-based input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8580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80160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serving with async worker support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79392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07992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07992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102352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5.0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507992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allow-listing across frontend deployments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01584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30184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330184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924544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330184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for backend + frontend, custom domain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1: how the pieces connect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static build)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5303520" cy="219456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(app.py)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1188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(in-memory cache, write-through to Supabase)  •  Flask-SocketIO (live push)  •  Flask-Limiter (rate limiting)  •  Flask-CORS (origin allow-list)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81160" y="214884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28116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8116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+ Auth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81160" y="333756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811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81160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condensing AI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80360" y="3383280"/>
            <a:ext cx="50292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80360" y="3703320"/>
            <a:ext cx="50292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non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65176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32520" y="2743200"/>
            <a:ext cx="54864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32520" y="3794760"/>
            <a:ext cx="548640" cy="32004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 / Railway  •  gunicorn + eventlet workers  •  custom domain popularvote.marqed.it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cross-origin traffic is restricted to an explicit allow-list (production frontend, local dev); no open CORS.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1a: the same system at file and module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453" y="1399031"/>
            <a:ext cx="10244787" cy="415137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81" y="1508760"/>
            <a:ext cx="1002533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Every REST route reads and writes through SessionManager,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never Supabase directly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. Clustering, chat and suggestion calls are skipped entirely for encrypted sessions, so ciphertext is never sent to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1b: ownership and call direction between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4005620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78616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1536192"/>
            <a:ext cx="67208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app.py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the Flask app, the SocketIO server and the single SessionManager instance, then registers every route blueprint against them.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only class that touches session state. It keeps an in-memory dict of sessions and writes through to SessionStore, so a route never queries Postgres itself.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ClusteringController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all Gemini prompting: full clustering, incremental clustering, suggested answers and follow-up suggestions. It is stateless, which keeps the AI layer swappable.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WebSocketManager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room membership and the to_session() broadcast helper, plus the two relay handlers used by encrypted sessions for key exchange.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SessionStore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thin Supabase boundary. Swapping the database means rewriting this file and nothing above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Lifecycle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2: data flow for one 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442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44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submits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/sessions/:code/submit via submissions_bp; content must be non-empty and under 500 characters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153412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5144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12364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123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404872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check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04872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allows 10 submissions per minute per client, before anything is stored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1356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33088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0308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7503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42816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242816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caches the question and writes it through to Postgres; the room gets a live count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0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71032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8252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882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080760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triggers clustering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080760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sessions_bp sends the questions to Gemini; later passes merge new ones into existing clusters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67244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26196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261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918704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live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18704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websocket_manager broadcasts session:results to the room over Socket.IO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505188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4692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26414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2641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75664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75664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participants see the refreshed clusters with no page reload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acknowledged immediately (NFR3 target: under 2 s). Clustering is host-triggered and incremental: new questions merge into existing clusters instead of re-clustering from scratch, and results are pushed to the whole room over Socket.IO. If Gemini fails, the session returns to CLOSED so the host can retry with no submissions lost.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2a: every phase a session can occupy, and what moves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5209789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3-sess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9033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536192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session's phase column is the single source of truth for what the UI shows and which endpoints will accept a call.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accepts submissions. The host can close the room, cluster straight from OPEN, or trigger an expansion round that returns to OPEN and takes more questions.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a working state, broadcast to the room so participants see progress. If Gemini fails the session falls back to CLOSED rather than dropping anything, and the host retries.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can loop back into CLUSTERING for a re-cluster, which is what makes incremental passes possible mid-session.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No submission is ever lost to a phase change: failure paths return to a state the host can act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Clustering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2b: one POST /cluster, from host click to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71600"/>
            <a:ext cx="7168896" cy="419366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4-cluster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949440" cy="3974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36192"/>
            <a:ext cx="397763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Two paths, one endpoint.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If the session already has answered clusters and new submissions since the last pass, only the new questions go to Gemini, to be assigned to an existing cluster or spawn a new one.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Otherwise the pass is a full re-cluster and the session's cluster rows are replaced.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Either way the room gets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session:clustering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first and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session:results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after, so the host and every participant update without a page reload.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When host notes exist, a second grounded call drafts a suggested answer per cluster and arrives separately as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cluster:suggestions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Incremental clustering keeps token cost and latency flat as a session grows, instead of re-sending every question on every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3: core entities, aligned with the live Supabase schema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80060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060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80060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host_notes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80060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6968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representative_query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6968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submission_count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52044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4380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5895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10996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live Supabase schema (key columns shown)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owns many submissions and many clusters. Cluster membership is not a foreign key on submissions: each cluster stores its member questions as jsonb ({text, upvoteCount}). Encrypted sessions store ciphertext + nonce as JSON in submissions.content. user_sessions and user_submissions (linked to Supabase Auth) support optional sign-in and are omitted here.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5" name="Row Submission 4"/>
          <p:cNvSpPr txBox="1"/>
          <p:nvPr/>
        </p:nvSpPr>
        <p:spPr>
          <a:xfrm>
            <a:off x="73152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is_curator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6" name="Row Submission 5"/>
          <p:cNvSpPr txBox="1"/>
          <p:nvPr/>
        </p:nvSpPr>
        <p:spPr>
          <a:xfrm>
            <a:off x="7315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7" name="Row Session 5"/>
          <p:cNvSpPr txBox="1"/>
          <p:nvPr/>
        </p:nvSpPr>
        <p:spPr>
          <a:xfrm>
            <a:off x="480060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expansion_round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8" name="Row Session 6"/>
          <p:cNvSpPr txBox="1"/>
          <p:nvPr/>
        </p:nvSpPr>
        <p:spPr>
          <a:xfrm>
            <a:off x="480060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9" name="Row Cluster 4"/>
          <p:cNvSpPr txBox="1"/>
          <p:nvPr/>
        </p:nvSpPr>
        <p:spPr>
          <a:xfrm>
            <a:off x="886968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(jsonb)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0" name="Row Cluster 5"/>
          <p:cNvSpPr txBox="1"/>
          <p:nvPr/>
        </p:nvSpPr>
        <p:spPr>
          <a:xfrm>
            <a:off x="886968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1" name="Row Cluster 6"/>
          <p:cNvSpPr txBox="1"/>
          <p:nvPr/>
        </p:nvSpPr>
        <p:spPr>
          <a:xfrm>
            <a:off x="886968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upvote_count</a:t>
            </a:r>
            <a:endParaRPr lang="en-US" sz="11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Live Supabase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3a: the conceptual model as it is actually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53312"/>
            <a:ext cx="6204914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2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85458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536192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hub. Every other table hangs off its code primary key, which is also the Socket.IO room name, so one identifier covers storage and live delivery.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 membership is not a foreign key.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Each clusters row stores its member questions as jsonb, which keeps a re-cluster a single row replacement instead of a cascade of updates.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submissions.content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plaintext for a normal session and a ciphertext plus nonce JSON blob for an encrypted one. The column type never changes, so the encrypted path needed no migration of the write path.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user_sessions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user_submissions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link to Supabase Auth and exist only to support optional sign-in. Anonymous participation touches neither.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Compare with sketch 3: the conceptual entities survived unchanged, and the additions are all about auth and encryption.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Encrypted Session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4: key exchange, opaque storage, and client-side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012" y="1371600"/>
            <a:ext cx="8437669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5-encrypted-ses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40" y="1481328"/>
            <a:ext cx="8218213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server relays public keys and the wrapped room key but never holds plaintext key material, so submissions reach Postgres as ciphertext plus nonce.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This is why AI chat and suggestions are disabled for encrypted sessions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: running them would mean handing Gemini ciphertext and calling it input. Clustering moves into the moderator's browser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Curator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5: how a participant gains moderation rights mid-session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188" y="1371600"/>
            <a:ext cx="10235318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6-curator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6" y="1481328"/>
            <a:ext cx="1001586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One endpoint toggles: a socket id already in the curators list is demoted, otherwise it is promoted. The updated list is persisted and broadcast to the whole room, and each client unlocks curator-only UI only if it finds its own socket id in that list.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Rights are scoped to a live connection, not to an account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, which keeps promotion compatible with anonymous participation.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Toughest obstacle so far, and how the board has evolved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Toughest Bug / Obstacle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says “respond ONLY with valid JSON, no markdown,” but Gemini can still wrap its answer in ```json fences. json.loads() then raised and the whole clustering request failed.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7731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fences before parsing and normalize each question to {text, upvoteCount}. A failed run now returns the session to CLOSED, so the host can retry. </a:t>
            </a: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 input: clean it, parse it, normalize it, and keep a recovery path.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Board Evolution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3591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2084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flat list of tickets numbered against the original Node/Express FR1–FR5 requirements, split across just two columns: Backend and Frontend.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30449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20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CISC 4900 work split the single Backend column into a Migration epic (Node/Express → Flask/Supabase) and a new Encryption epic; cards are now labeled by module instead of requirement number.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37307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084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now mirror the live codebase — Sessions, Submissions, Clustering, Encryption — matching session_manager.py, the submission routes, ClusteringController, and the key-exchange relay.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3182112"/>
            <a:ext cx="4937760" cy="1371600"/>
          </a:xfrm>
          <a:prstGeom prst="rect">
            <a:avLst/>
          </a:prstGeom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000" i="1">
                <a:solidFill>
                  <a:srgbClr val="A3ACBB"/>
                </a:solidFill>
                <a:latin typeface="Consolas"/>
              </a:rPr>
              <a:t># managers/clustering_controller.py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def _clean_json(raw):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raw.strip()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re.sub(r'^```json\n?',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re.sub(r'```$',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return cleaned.strip()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Tentative Schedule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semester: fill in estimates and actuals as weeks complete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Goal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525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24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377440" y="2011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1–2: X25519 key exchange and room-key distribution (libsodium), encrypted submissions; run the encrypted-column migration in Supabase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0525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4241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578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377440" y="25786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3–5: client-side clustering in the moderator’s browser (local embedding model), model hosting, and an encrypted-session toggle at session creation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525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4241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31455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377440" y="31455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E2E gaps: room-key durability across moderator reconnects and identity verification for the key exchange; settle TF-IDF vs. local embeddings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0525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4241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7200" y="3712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377440" y="37124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hashing pipeline research (XOR, bit rotation, FNV, salting vs. SHA-256) and NumPy/pandas analysis features on the Flask backend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0525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4241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4279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377440" y="42793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against the Requirements v2 non-functional targets, deployment hardening, and docs (the deployment guide is still empty)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0525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4241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15–16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2377440" y="48463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 prep and presentation polish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0525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4241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70432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5596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follow the E2E build plan (Phases 1–5) and the future directions in Requirements v2; estimates to be filled in as weeks complete.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3840480" cy="384048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-1645920" y="-1463040"/>
            <a:ext cx="3108960" cy="310896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Future Work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IS learning outcomes to the project, and what's next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Outcomes Covered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+ architecture diagram (see sketch 1)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of a core use case, end to end (see sketch 2)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for evaluating design trade-offs (see sketch 3)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0584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process: how a live Q&amp;A session actually runs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435254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05840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weighed: Node/Express vs. Flask, in-memory vs. Supabase state, Gemini vs. client-side clustering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9011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" y="4791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verify Requirements v2 targets (2 s submit ack, 10/min limit, no plaintext for encrypted sessions)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3796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6656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design: AI chat and suggestions in encrypted sessions, since they would send ciphertext to Gemini (FR6.5)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6656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opt-in end-to-end encrypted sessions. Server-side relay is done; client-side crypto and clustering come next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6656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client-side hashing pipeline (XOR, rotation, FNV, salting vs. SHA-256): flexibility vs. cryptographic hardness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6656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Python-side analysis (NumPy/pandas) now that the Flask port is complete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434840"/>
            <a:ext cx="4846320" cy="0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  •  github.com/Marqed4/CISC-4900-PopularVote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>
              <a:solidFill>
                <a:srgbClr val="FFFFFF"/>
              </a:solidFill>
            </a:endParaRPr>
          </a:p>
        </p:txBody>
      </p:sp>
      <p:pic>
        <p:nvPicPr>
          <p:cNvPr id="35" name="Picture 3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15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DB6F2"/>
      </a:hlink>
      <a:folHlink>
        <a:srgbClr val="C2A6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2484</Words>
  <Application>Microsoft Office PowerPoint</Application>
  <PresentationFormat>Widescreen</PresentationFormat>
  <Paragraphs>281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Zachery Francis</cp:lastModifiedBy>
  <cp:revision>5</cp:revision>
  <dcterms:created xsi:type="dcterms:W3CDTF">2026-09-14T14:37:13Z</dcterms:created>
  <dcterms:modified xsi:type="dcterms:W3CDTF">2026-09-23T18:15:15Z</dcterms:modified>
</cp:coreProperties>
</file>